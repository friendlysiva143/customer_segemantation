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70" r:id="rId10"/>
    <p:sldId id="263" r:id="rId11"/>
    <p:sldId id="264" r:id="rId12"/>
    <p:sldId id="265" r:id="rId13"/>
    <p:sldId id="266" r:id="rId14"/>
    <p:sldId id="267" r:id="rId15"/>
    <p:sldId id="268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8"/>
    <p:restoredTop sz="94772"/>
  </p:normalViewPr>
  <p:slideViewPr>
    <p:cSldViewPr snapToGrid="0" snapToObjects="1">
      <p:cViewPr varScale="1">
        <p:scale>
          <a:sx n="78" d="100"/>
          <a:sy n="78" d="100"/>
        </p:scale>
        <p:origin x="132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Segmentation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Marketing Analytics using PCA + Clustering + Streamlit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Understand customer behavior and group customers into meaningful segments.</a:t>
            </a:r>
          </a:p>
          <a:p>
            <a:r>
              <a:t>Purpose: Improve targeting, reduce marketing cost, and increase campaign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Companies often send the same offer to everyone, causing:</a:t>
            </a:r>
          </a:p>
          <a:p>
            <a:r>
              <a:t>- Low conversion rates</a:t>
            </a:r>
          </a:p>
          <a:p>
            <a:r>
              <a:t>- Wasted budget</a:t>
            </a:r>
          </a:p>
          <a:p>
            <a:r>
              <a:t>- Poor customer engagement</a:t>
            </a:r>
          </a:p>
          <a:p>
            <a:r>
              <a:t>Solution: Segment customers using machine learning.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Spending Pattern</a:t>
            </a:r>
          </a:p>
        </p:txBody>
      </p:sp>
      <p:pic>
        <p:nvPicPr>
          <p:cNvPr id="3" name="Picture 2" descr="small_spending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957" y="1508760"/>
            <a:ext cx="64008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Dataset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includes:</a:t>
            </a:r>
          </a:p>
          <a:p>
            <a:r>
              <a:t>- Demographics (Age, Education, Income)</a:t>
            </a:r>
          </a:p>
          <a:p>
            <a:r>
              <a:t>- Spending habits (Wines, Meat, Fruits, Gold)</a:t>
            </a:r>
          </a:p>
          <a:p>
            <a:r>
              <a:t>- Web interactions (Visits, Web purchases)</a:t>
            </a:r>
          </a:p>
          <a:p>
            <a:r>
              <a:t>- Campaign responses</a:t>
            </a:r>
          </a:p>
          <a:p>
            <a:r>
              <a:t>- Customer relationship info (Recency, Enrollment Date)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Data Cleaning Performed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Removed missing/invalid values</a:t>
            </a:r>
          </a:p>
          <a:p>
            <a:r>
              <a:t>- Fixed categorical inconsistencies</a:t>
            </a:r>
          </a:p>
          <a:p>
            <a:r>
              <a:t>- Treated outliers using IQR and z-score</a:t>
            </a:r>
          </a:p>
          <a:p>
            <a:r>
              <a:t>- Validated numeric ranges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 meaningful features created:</a:t>
            </a:r>
          </a:p>
          <a:p>
            <a:r>
              <a:t>- Age</a:t>
            </a:r>
          </a:p>
          <a:p>
            <a:r>
              <a:t>- Family Size</a:t>
            </a:r>
          </a:p>
          <a:p>
            <a:r>
              <a:t>- Total Spending</a:t>
            </a:r>
          </a:p>
          <a:p>
            <a:r>
              <a:t>- Customer Since Days</a:t>
            </a:r>
          </a:p>
          <a:p>
            <a:r>
              <a:t>- Campaign Acceptance Count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Data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handle skewed data:</a:t>
            </a:r>
          </a:p>
          <a:p>
            <a:r>
              <a:t>- Log, sqrt, Box-Cox transforms</a:t>
            </a:r>
          </a:p>
          <a:p>
            <a:r>
              <a:t>- Standard scaling applied to all numerical features</a:t>
            </a:r>
          </a:p>
          <a:p>
            <a:r>
              <a:t>Result: Balanced distribution and smooth clustering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PCA Visualization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FCF612-F43D-631A-3793-AA6159F5F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191" y="1374568"/>
            <a:ext cx="6665844" cy="4483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Dimensionality Reduction (PCA)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54278" cy="4525963"/>
          </a:xfrm>
        </p:spPr>
        <p:txBody>
          <a:bodyPr/>
          <a:lstStyle/>
          <a:p>
            <a:r>
              <a:rPr dirty="0"/>
              <a:t>Reasons for PCA:</a:t>
            </a:r>
          </a:p>
          <a:p>
            <a:r>
              <a:rPr dirty="0"/>
              <a:t>- Reduce noise</a:t>
            </a:r>
          </a:p>
          <a:p>
            <a:r>
              <a:rPr dirty="0"/>
              <a:t>- Remove multicollinearity</a:t>
            </a:r>
          </a:p>
          <a:p>
            <a:r>
              <a:rPr dirty="0"/>
              <a:t>- Convert 20+ features into 2–3 key components</a:t>
            </a:r>
          </a:p>
          <a:p>
            <a:r>
              <a:rPr dirty="0"/>
              <a:t>- Improve clustering clarity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Clustering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K-Means chosen because it is:</a:t>
            </a:r>
          </a:p>
          <a:p>
            <a:r>
              <a:rPr dirty="0"/>
              <a:t>- Fast and efficient</a:t>
            </a:r>
          </a:p>
          <a:p>
            <a:r>
              <a:rPr dirty="0"/>
              <a:t>- Good for numerical scaled data</a:t>
            </a:r>
          </a:p>
          <a:p>
            <a:r>
              <a:rPr dirty="0"/>
              <a:t>- Produces clear cluster separation</a:t>
            </a:r>
          </a:p>
          <a:p>
            <a:r>
              <a:rPr dirty="0"/>
              <a:t>Chosen K </a:t>
            </a:r>
            <a:r>
              <a:t>= </a:t>
            </a:r>
            <a:r>
              <a:rPr lang="en-US"/>
              <a:t>5</a:t>
            </a:r>
            <a:r>
              <a:t> </a:t>
            </a:r>
            <a:r>
              <a:rPr dirty="0"/>
              <a:t>using Elbow + Silhouette methods.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9. Cluster Insights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46089E8-3AC7-8F63-1482-C1C29479B5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8600" y="1721040"/>
            <a:ext cx="86868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Cluster 0 → High-Value Loyal Customers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Cluster 1 → Budget-Conscious Shoppers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Cluster 2 → Family-Oriented Moderate Spenders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Cluster 3 → Inactive or Lost Customers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Cluster 4 → New or Potential High-Spenders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Cluster 0 → High-Value Loyal Customers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Cluster 1 → Budget-Conscious Shoppers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Cluster 2 → Family-Oriented Moderate Spenders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Cluster 3 → Inactive or Lost Customers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/>
              <a:t>Cluster 4 → New or Potential High-Spenders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Deployment (Streamlit App)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App features:</a:t>
            </a:r>
          </a:p>
          <a:p>
            <a:r>
              <a:rPr lang="en-IN" dirty="0"/>
              <a:t>- </a:t>
            </a:r>
            <a:r>
              <a:rPr dirty="0"/>
              <a:t>Upload CSV → returns clusters</a:t>
            </a:r>
          </a:p>
          <a:p>
            <a:r>
              <a:rPr lang="en-IN" dirty="0"/>
              <a:t>-</a:t>
            </a:r>
            <a:r>
              <a:rPr dirty="0"/>
              <a:t> Enter customer data → predicts cluster</a:t>
            </a:r>
          </a:p>
          <a:p>
            <a:r>
              <a:rPr dirty="0"/>
              <a:t>- Uses trained scaler, PCA, and </a:t>
            </a:r>
            <a:r>
              <a:rPr dirty="0" err="1"/>
              <a:t>KMeans</a:t>
            </a:r>
            <a:endParaRPr dirty="0"/>
          </a:p>
          <a:p>
            <a:r>
              <a:rPr dirty="0"/>
              <a:t>Result: Instant customer segmentation.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Project successfully delivered:</a:t>
            </a:r>
          </a:p>
          <a:p>
            <a:r>
              <a:rPr dirty="0"/>
              <a:t>- Meaningful customer segments</a:t>
            </a:r>
          </a:p>
          <a:p>
            <a:r>
              <a:rPr dirty="0"/>
              <a:t>- Full ML pipeline</a:t>
            </a:r>
          </a:p>
          <a:p>
            <a:r>
              <a:rPr dirty="0"/>
              <a:t>- Deployed prediction app</a:t>
            </a:r>
          </a:p>
          <a:p>
            <a:r>
              <a:rPr dirty="0"/>
              <a:t>Supports real-world marketing decisions.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67409"/>
          </a:xfrm>
        </p:spPr>
        <p:txBody>
          <a:bodyPr/>
          <a:lstStyle/>
          <a:p>
            <a:r>
              <a:rPr dirty="0"/>
              <a:t>🎯 Project 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296" y="1126434"/>
            <a:ext cx="8772939" cy="55791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3000" dirty="0"/>
              <a:t>• 4 customer clusters identified with clear behavioral differences</a:t>
            </a:r>
          </a:p>
          <a:p>
            <a:pPr marL="0" indent="0">
              <a:buNone/>
            </a:pPr>
            <a:r>
              <a:rPr sz="3000" dirty="0"/>
              <a:t>• PCA captured major variance and improved cluster separation</a:t>
            </a:r>
          </a:p>
          <a:p>
            <a:pPr marL="0" indent="0">
              <a:buNone/>
            </a:pPr>
            <a:r>
              <a:rPr sz="3000" dirty="0"/>
              <a:t>• Spending pattern clearly identified (Wines &amp; Meat highest)</a:t>
            </a:r>
          </a:p>
          <a:p>
            <a:pPr marL="0" indent="0">
              <a:buNone/>
            </a:pPr>
            <a:r>
              <a:rPr sz="3000" dirty="0"/>
              <a:t>• High-value premium customers detected (Cluster 1)</a:t>
            </a:r>
          </a:p>
          <a:p>
            <a:pPr marL="0" indent="0">
              <a:buNone/>
            </a:pPr>
            <a:r>
              <a:rPr sz="3000" dirty="0"/>
              <a:t>• Business-focused insights generated for targeted marketing</a:t>
            </a:r>
          </a:p>
          <a:p>
            <a:pPr marL="0" indent="0">
              <a:buNone/>
            </a:pPr>
            <a:r>
              <a:rPr sz="3000" dirty="0"/>
              <a:t>• Model successfully deployed using </a:t>
            </a:r>
            <a:r>
              <a:rPr sz="3000" dirty="0" err="1"/>
              <a:t>Streamlit</a:t>
            </a:r>
            <a:r>
              <a:rPr sz="3000" dirty="0"/>
              <a:t> for real-time predictions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468</Words>
  <Application>Microsoft Office PowerPoint</Application>
  <PresentationFormat>On-screen Show (4:3)</PresentationFormat>
  <Paragraphs>80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Customer Segmentation Project</vt:lpstr>
      <vt:lpstr>1. Introduction</vt:lpstr>
      <vt:lpstr>2. Business Problem</vt:lpstr>
      <vt:lpstr>Spending Pattern</vt:lpstr>
      <vt:lpstr>3. Dataset Summary</vt:lpstr>
      <vt:lpstr>4. Data Cleaning Performed</vt:lpstr>
      <vt:lpstr>5. Feature Engineering</vt:lpstr>
      <vt:lpstr>6. Data Transformations</vt:lpstr>
      <vt:lpstr>PCA Visualization</vt:lpstr>
      <vt:lpstr>7. Dimensionality Reduction (PCA)</vt:lpstr>
      <vt:lpstr>8. Clustering Approach</vt:lpstr>
      <vt:lpstr>9. Cluster Insights</vt:lpstr>
      <vt:lpstr>10. Business Recommendations</vt:lpstr>
      <vt:lpstr>11. Deployment (Streamlit App)</vt:lpstr>
      <vt:lpstr>12. Conclusion</vt:lpstr>
      <vt:lpstr>🎯 Project Results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Siva Prasad K</dc:creator>
  <cp:keywords/>
  <dc:description>generated using python-pptx</dc:description>
  <cp:lastModifiedBy>Siva Prasad K</cp:lastModifiedBy>
  <cp:revision>8</cp:revision>
  <dcterms:created xsi:type="dcterms:W3CDTF">2013-01-27T09:14:16Z</dcterms:created>
  <dcterms:modified xsi:type="dcterms:W3CDTF">2025-11-14T06:39:12Z</dcterms:modified>
  <cp:category/>
</cp:coreProperties>
</file>